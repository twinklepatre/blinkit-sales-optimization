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5" autoAdjust="0"/>
    <p:restoredTop sz="94717"/>
  </p:normalViewPr>
  <p:slideViewPr>
    <p:cSldViewPr snapToGrid="0">
      <p:cViewPr varScale="1">
        <p:scale>
          <a:sx n="107" d="100"/>
          <a:sy n="107" d="100"/>
        </p:scale>
        <p:origin x="48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09/01/26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09/01/26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09/01/26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09/01/26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09/01/26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09/01/26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09/01/26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09/01/26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09/01/26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09/01/26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09/01/26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09/01/26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666C9C-ABFD-84BE-3B92-79C065728C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102" y="828676"/>
            <a:ext cx="10587795" cy="5733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856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33347" y="8975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STEPS IN PROJECT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FA33F55-F449-18D2-EADD-4514B595C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4" y="1543096"/>
            <a:ext cx="7896227" cy="4360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Requirement Gathering/ Business Requirements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Walkthrough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Connection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/ Quality Check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Modeling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Processing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DAX Calculations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Lay outing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Charts Development and Formatting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/ Report Development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Insights Generation</a:t>
            </a:r>
          </a:p>
        </p:txBody>
      </p:sp>
    </p:spTree>
    <p:extLst>
      <p:ext uri="{BB962C8B-B14F-4D97-AF65-F5344CB8AC3E}">
        <p14:creationId xmlns:p14="http://schemas.microsoft.com/office/powerpoint/2010/main" val="3111226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45" y="2114527"/>
            <a:ext cx="11139524" cy="3985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Chart Type: Donut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Bar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Stacked Column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Line Chart.</a:t>
            </a:r>
          </a:p>
        </p:txBody>
      </p:sp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308322"/>
            <a:ext cx="11353802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5.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Donut/ Pie Chart.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Funnel Map.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Items, Average Rating) 	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Matrix Card.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436</Words>
  <Application>Microsoft Macintosh PowerPoint</Application>
  <PresentationFormat>Widescreen</PresentationFormat>
  <Paragraphs>52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Arial Rounded MT Bold</vt:lpstr>
      <vt:lpstr>Calibri</vt:lpstr>
      <vt:lpstr>Calibri Light</vt:lpstr>
      <vt:lpstr>Segoe UI Black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Twinkle Patre</cp:lastModifiedBy>
  <cp:revision>11</cp:revision>
  <dcterms:created xsi:type="dcterms:W3CDTF">2024-06-24T12:27:37Z</dcterms:created>
  <dcterms:modified xsi:type="dcterms:W3CDTF">2026-01-09T08:27:31Z</dcterms:modified>
</cp:coreProperties>
</file>